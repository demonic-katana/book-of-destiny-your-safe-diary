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94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11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42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42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79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52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23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64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4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42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41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FAF2CBE-D220-49CC-9681-6305999A4802}" type="datetimeFigureOut">
              <a:rPr lang="ru-RU" smtClean="0"/>
              <a:t>19.11.2022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F42FF25-35FE-49B2-8BA9-CCF7B6F14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422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E6FC2-1AE6-BE3D-E7E9-871D7A7311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5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“Book of Destiny</a:t>
            </a:r>
            <a:r>
              <a:rPr lang="ru-RU" sz="55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 </a:t>
            </a:r>
            <a:r>
              <a:rPr lang="en-US" sz="55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Your Diary”</a:t>
            </a:r>
            <a:endParaRPr lang="ru-RU" sz="55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DD20E0-8789-5614-0457-8F43FACC3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Проект по </a:t>
            </a: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PyQt</a:t>
            </a:r>
            <a:r>
              <a:rPr lang="ru-RU" sz="4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46507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89D393-C1DC-899E-E646-4A70CD51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Идея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626F04-856C-A75C-D1B1-11CE22CA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Программа - личный дневник, в который можно записывать, удалять и редактировать записи.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Записи хранятся в базе данных (книгах), их можно сортировать разными способами и хранить в отдельных категориях (папках).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удобства пользователя, можно будет загрузить фон для программы.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9995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AB6E0-3986-7693-81E1-C4E659C3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Задание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695D4D-B2AF-096D-7D47-C00B444C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8" y="2011680"/>
            <a:ext cx="10373563" cy="456214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Сделать программу, умеющую работать с базами данных 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Программа будет уметь создавать, удалять и работать с “книгами” - базами данных 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При работе с выбранной “книгой” будет возможность чтения файлов из базы данных и записи их в базу данных.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Возможность создания и работы с специальным типом файлов, разработанным специально под программу. Простой и удобный для работы тип файла для хранения текстовой информации.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Удобный </a:t>
            </a: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графический интерфейс.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Возможность сортировки и группировать файлы с записями, содержащихся в базе данных, с которой работает пользователь.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23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1410E-50CA-5950-8390-8424039C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Реализация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75766-79A0-8019-1F55-77EA9518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902308"/>
            <a:ext cx="9784080" cy="1095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программе используются 7 классов:</a:t>
            </a:r>
          </a:p>
          <a:p>
            <a:pPr marL="0" indent="0">
              <a:buNone/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WindowGreeting – приветственное окно, которое открывается при запуске программы. От сюда можно перейти к созданию книги, открытию книги и в настройки.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658D7A-100A-31FE-F55E-3E63E956A4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" t="-1" r="963" b="1547"/>
          <a:stretch/>
        </p:blipFill>
        <p:spPr bwMode="auto">
          <a:xfrm>
            <a:off x="459055" y="3107185"/>
            <a:ext cx="5367457" cy="335575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332B7A-F519-EB6C-8A08-DD058ADA91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-250" r="856" b="1516"/>
          <a:stretch/>
        </p:blipFill>
        <p:spPr bwMode="auto">
          <a:xfrm>
            <a:off x="6372225" y="3107184"/>
            <a:ext cx="5360720" cy="3355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7691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6ECBF4-795F-1E8C-C5CE-2056BFC79726}"/>
              </a:ext>
            </a:extLst>
          </p:cNvPr>
          <p:cNvSpPr txBox="1"/>
          <p:nvPr/>
        </p:nvSpPr>
        <p:spPr>
          <a:xfrm>
            <a:off x="659536" y="606114"/>
            <a:ext cx="10872927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 OwnWindow - основное окно, в котором можно просматривать/удалять/создавать записи, папки, содержимое папок.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168AEC-3056-F3A0-EBBD-7C00EE712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" r="802" b="1160"/>
          <a:stretch/>
        </p:blipFill>
        <p:spPr bwMode="auto">
          <a:xfrm>
            <a:off x="461635" y="1595808"/>
            <a:ext cx="5363319" cy="44781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FAAAB-84FA-8114-15C0-2C89FE35CB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" t="-192" r="932" b="1344"/>
          <a:stretch/>
        </p:blipFill>
        <p:spPr bwMode="auto">
          <a:xfrm>
            <a:off x="6367046" y="1595893"/>
            <a:ext cx="5363319" cy="44781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45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0DEDC-BDC5-AC60-B233-31E0521A383A}"/>
              </a:ext>
            </a:extLst>
          </p:cNvPr>
          <p:cNvSpPr txBox="1"/>
          <p:nvPr/>
        </p:nvSpPr>
        <p:spPr>
          <a:xfrm>
            <a:off x="593327" y="605660"/>
            <a:ext cx="609452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WindowSelect – окно выбора книги.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DE0D3C-CA39-B502-EB31-B7ED77FF27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" r="1589" b="4918"/>
          <a:stretch/>
        </p:blipFill>
        <p:spPr>
          <a:xfrm>
            <a:off x="976545" y="4263223"/>
            <a:ext cx="4199138" cy="12498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6C520D-7898-1284-9F8E-C745924DC4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" r="1496" b="6107"/>
          <a:stretch/>
        </p:blipFill>
        <p:spPr>
          <a:xfrm>
            <a:off x="976545" y="1243291"/>
            <a:ext cx="4509856" cy="11536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2B5B6E-D158-4944-EED0-535CA828EC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r="1385" b="6107"/>
          <a:stretch/>
        </p:blipFill>
        <p:spPr>
          <a:xfrm>
            <a:off x="6705601" y="1252377"/>
            <a:ext cx="4509857" cy="11536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77DEEC-797B-313F-4BD5-999FA12FE1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r="1485" b="4918"/>
          <a:stretch/>
        </p:blipFill>
        <p:spPr>
          <a:xfrm>
            <a:off x="7016317" y="4263223"/>
            <a:ext cx="4199138" cy="12498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1AC6CE-C95C-9C09-FF53-FCD11F4A3DE6}"/>
              </a:ext>
            </a:extLst>
          </p:cNvPr>
          <p:cNvSpPr txBox="1"/>
          <p:nvPr/>
        </p:nvSpPr>
        <p:spPr>
          <a:xfrm>
            <a:off x="593327" y="3429000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 WindowCreate – окно создания книги.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7077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9F66C-5598-AC66-90A3-AB64D56247B5}"/>
              </a:ext>
            </a:extLst>
          </p:cNvPr>
          <p:cNvSpPr txBox="1"/>
          <p:nvPr/>
        </p:nvSpPr>
        <p:spPr>
          <a:xfrm>
            <a:off x="585927" y="572583"/>
            <a:ext cx="109461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5. WindowSetting – окно настроек. Открывается поверх других окон. Может быть открыто из OwnWindow или WindowGreeting.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FD079E-55CC-02CB-B013-8ACC369A36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" r="1323" b="4314"/>
          <a:stretch/>
        </p:blipFill>
        <p:spPr>
          <a:xfrm>
            <a:off x="719092" y="1471822"/>
            <a:ext cx="4891596" cy="23058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47FD30-1027-9CFF-C0E3-AAA9805A32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-1217" r="1221" b="4891"/>
          <a:stretch/>
        </p:blipFill>
        <p:spPr>
          <a:xfrm>
            <a:off x="6581312" y="1456403"/>
            <a:ext cx="4891596" cy="2321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D9BD43-FDCF-E65A-A64F-7A95FC5A3780}"/>
              </a:ext>
            </a:extLst>
          </p:cNvPr>
          <p:cNvSpPr txBox="1"/>
          <p:nvPr/>
        </p:nvSpPr>
        <p:spPr>
          <a:xfrm>
            <a:off x="585927" y="4039621"/>
            <a:ext cx="11121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6. Confirm_ - диалоговое окно, отрывается для подтверждения действий пользователя.</a:t>
            </a:r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61574E-493A-6069-C898-98E6761656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3255" b="7208"/>
          <a:stretch/>
        </p:blipFill>
        <p:spPr>
          <a:xfrm>
            <a:off x="4425519" y="4701669"/>
            <a:ext cx="1926455" cy="9103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090D846-FB88-9568-B899-E86FF67926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" r="1920" b="7208"/>
          <a:stretch/>
        </p:blipFill>
        <p:spPr>
          <a:xfrm>
            <a:off x="719092" y="4701669"/>
            <a:ext cx="3071674" cy="9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6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F1D22-89D9-C6AF-D048-F7CE7BCC35D9}"/>
              </a:ext>
            </a:extLst>
          </p:cNvPr>
          <p:cNvSpPr txBox="1"/>
          <p:nvPr/>
        </p:nvSpPr>
        <p:spPr>
          <a:xfrm>
            <a:off x="605901" y="517998"/>
            <a:ext cx="609452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WriteRecord – окно создания записи.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E2CFDE-2684-8431-A840-92ED1FB96C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r="1124" b="1411"/>
          <a:stretch/>
        </p:blipFill>
        <p:spPr bwMode="auto">
          <a:xfrm>
            <a:off x="440628" y="1206669"/>
            <a:ext cx="5393845" cy="43310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C095B7-CB55-4C4A-29E4-BF1D0BE3BE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" t="1" r="1052" b="1133"/>
          <a:stretch/>
        </p:blipFill>
        <p:spPr bwMode="auto">
          <a:xfrm>
            <a:off x="6360372" y="1206669"/>
            <a:ext cx="5391000" cy="43310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2730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9F627-D767-B0FD-89C0-3135FA94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База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B94383-6C19-3C9A-DD60-F5A7984C9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12" y="3027425"/>
            <a:ext cx="4257675" cy="18097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7CF05C-314B-D6F8-9997-274B447A5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132" y="3524575"/>
            <a:ext cx="3505200" cy="12287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37B519-0163-DDAC-981E-9E476AB44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836" y="3526794"/>
            <a:ext cx="1304925" cy="8096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38BD67-50FA-06BF-6502-0D8E675F38C3}"/>
              </a:ext>
            </a:extLst>
          </p:cNvPr>
          <p:cNvSpPr txBox="1"/>
          <p:nvPr/>
        </p:nvSpPr>
        <p:spPr>
          <a:xfrm>
            <a:off x="767912" y="2404083"/>
            <a:ext cx="2934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Структура: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C11FD5-399C-E57B-5083-1EDD763BD816}"/>
              </a:ext>
            </a:extLst>
          </p:cNvPr>
          <p:cNvSpPr txBox="1"/>
          <p:nvPr/>
        </p:nvSpPr>
        <p:spPr>
          <a:xfrm>
            <a:off x="6103836" y="2404083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Пример: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D77FD-C56F-D7BE-1531-224E2FC45004}"/>
              </a:ext>
            </a:extLst>
          </p:cNvPr>
          <p:cNvSpPr txBox="1"/>
          <p:nvPr/>
        </p:nvSpPr>
        <p:spPr>
          <a:xfrm>
            <a:off x="6103836" y="3207058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6BC78-39B2-544E-9A3D-944346EFB19A}"/>
              </a:ext>
            </a:extLst>
          </p:cNvPr>
          <p:cNvSpPr txBox="1"/>
          <p:nvPr/>
        </p:nvSpPr>
        <p:spPr>
          <a:xfrm>
            <a:off x="8375132" y="3207058"/>
            <a:ext cx="2224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</a:t>
            </a:r>
            <a:endParaRPr lang="ru-RU" dirty="0"/>
          </a:p>
        </p:txBody>
      </p: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74CC9E4F-7998-B43E-35AF-9F5027906834}"/>
              </a:ext>
            </a:extLst>
          </p:cNvPr>
          <p:cNvCxnSpPr>
            <a:cxnSpLocks/>
          </p:cNvCxnSpPr>
          <p:nvPr/>
        </p:nvCxnSpPr>
        <p:spPr>
          <a:xfrm flipV="1">
            <a:off x="6555836" y="4753300"/>
            <a:ext cx="5011767" cy="498583"/>
          </a:xfrm>
          <a:prstGeom prst="bentConnector3">
            <a:avLst>
              <a:gd name="adj1" fmla="val 100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084FE775-6270-A0B1-BF55-0F319116EB8E}"/>
              </a:ext>
            </a:extLst>
          </p:cNvPr>
          <p:cNvCxnSpPr>
            <a:cxnSpLocks/>
          </p:cNvCxnSpPr>
          <p:nvPr/>
        </p:nvCxnSpPr>
        <p:spPr>
          <a:xfrm rot="16200000" flipV="1">
            <a:off x="6102457" y="4785358"/>
            <a:ext cx="906761" cy="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C3E79-49FA-DC4D-EBF1-A87907BF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ru-RU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Библиотеки:</a:t>
            </a:r>
            <a:endParaRPr lang="ru-RU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99D61-8045-A5A1-91B9-F3CF56308E76}"/>
              </a:ext>
            </a:extLst>
          </p:cNvPr>
          <p:cNvSpPr txBox="1"/>
          <p:nvPr/>
        </p:nvSpPr>
        <p:spPr>
          <a:xfrm>
            <a:off x="1202918" y="2055771"/>
            <a:ext cx="8198533" cy="3700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ru-RU" sz="2000" dirty="0"/>
              <a:t>Модули стандартной библиотеки: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(для получения названия и удаления фонового изображения)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встроенная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(для работы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PyQt5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shutil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(для сохранения фонового изображения)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(для выбора надписи в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bar </a:t>
            </a: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WindowGreeting)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datetime</a:t>
            </a: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(для добавления даты создания файла в БД)</a:t>
            </a:r>
          </a:p>
          <a:p>
            <a:pPr>
              <a:lnSpc>
                <a:spcPct val="107000"/>
              </a:lnSpc>
            </a:pP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ru-RU" sz="2000" dirty="0"/>
              <a:t>Сторонние модули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(для работы с БД)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PyQt5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(интерфейс)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162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TM03090430[[fn=Окаймление]]</Template>
  <TotalTime>117</TotalTime>
  <Words>354</Words>
  <Application>Microsoft Office PowerPoint</Application>
  <PresentationFormat>Широкоэкранный</PresentationFormat>
  <Paragraphs>38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Corbel</vt:lpstr>
      <vt:lpstr>Symbol</vt:lpstr>
      <vt:lpstr>Wingdings</vt:lpstr>
      <vt:lpstr>Окаймление</vt:lpstr>
      <vt:lpstr>“Book of Destiny: Your Diary”</vt:lpstr>
      <vt:lpstr>Идея</vt:lpstr>
      <vt:lpstr>Задание</vt:lpstr>
      <vt:lpstr>Реализация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База данных</vt:lpstr>
      <vt:lpstr>Библиотеки: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“Book of Destiny: Your Diary”</dc:title>
  <dc:creator>Александра Ходырева</dc:creator>
  <cp:lastModifiedBy>Александра Ходырева</cp:lastModifiedBy>
  <cp:revision>1</cp:revision>
  <dcterms:created xsi:type="dcterms:W3CDTF">2022-11-19T19:58:55Z</dcterms:created>
  <dcterms:modified xsi:type="dcterms:W3CDTF">2022-11-19T21:56:35Z</dcterms:modified>
</cp:coreProperties>
</file>